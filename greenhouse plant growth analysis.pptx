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BD7B1-F380-3B30-4481-B4D52FFFA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E8403-5A33-BD6B-6EEF-F86C7FE16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03722-96AC-2092-DE9A-29B92F6C3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A8134-C8B1-F04E-91A4-CF7D93704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8EB6-53C3-BEC2-FC02-D88B1B145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53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7F2B6-5C94-6993-5C7D-1ED49F3FE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73971-882A-EE8F-CD14-AE974ACE5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3CA02-A4F7-58EC-FC3F-18010B4F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1701F-27C9-FA1A-1057-AEC3E32C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483F8-BFB9-9376-ED52-D79CDCC0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6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D6FB1-1A7B-5010-30C8-28BE43BCB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7A16B-7AA1-20A1-1077-8963BB2FC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59D60-5BA5-8714-8C52-1A7FD8BA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DE07-A76D-26C9-789F-D30200A19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35943-1048-7206-3328-71F55B04E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89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CA1C-E1C0-1FC2-4827-C7942EE1D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75076-98B2-9C20-381B-7D1FFA7F68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A2F8D-9CE8-CAAD-FDE6-F0316A8E3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F8F480-3888-8F7F-D2DC-B375755F6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C752A-8741-6BD9-07B5-84F4CF9AB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649AA7-CAEB-514F-ACF9-DB6514553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5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AE5F-B9F8-5025-1BEA-18E1F17D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CEBED-5956-7592-EAB5-4A28907D0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36A16-6C76-9B1C-C319-388BDFFF4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B2D35F-8AB2-F402-74D3-27F74033E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79D39A-4018-8FD6-77D3-A4A6BC5E39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9AE209-B199-0079-AC48-F23DAA22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B01B92-D410-D0E5-9C14-6DC517F86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62ADF-5878-EB1B-793E-31796F4BF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97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46B1-BE58-360D-A604-3B5DF9AD8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C4EE7E-D8BF-0EA3-CC30-23E52021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0DEAEA-73A3-DBCA-968C-0A1766CB6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17C44B-FC0E-78CF-6310-595C52BD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9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0638EB-1459-E3BD-48EC-F3AC51F8D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D46DE-CB1E-F421-2233-CCAE691F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F877E9-3D4B-7BA5-6C3C-B5F4F2D7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6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375E-8F68-D1A4-6007-8AA148522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0DF36-D5EC-F1A6-78CF-206A058C6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C600D-368D-72A0-2C5D-957A9F99F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1394E-446D-3CD8-EBEB-0638C532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9A455-68C7-61A3-5486-72A47176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AAAFA1-FF00-38ED-804E-57A47F41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81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B4DD-1FE0-5603-8DA1-0CB876B80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13F6B-310E-0EC6-FD3E-EABDC3199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86822-D957-4CE3-CA08-E0E25D15E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C06CF-A099-CA95-3394-CF0A3F5FD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C62A02-EA72-B6BA-3676-2B95001D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554A4-7019-2EAC-7F4E-153A10AC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7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5F9C-7039-21D6-992F-C7DE9F20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BC7D6-46FB-BB9C-F433-F02022E21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6C2D6-0B5B-6D34-17CD-AA4D6704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72572-CFF5-C4D4-E5F0-1D357928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4BBE5-8E41-17A3-93C1-A665A6F0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88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41BD90-BD49-096C-7439-BF87427F8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54D05-B3B4-3144-7ABD-E2A160E49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C7A66-E61C-F0CD-9D65-CF18EC7C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CC086-7DEB-D5FF-9972-0C61073DF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E14CF-96DC-2431-5571-AF6352A22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2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833678-C328-9283-7932-0D3287AD4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092255-F6ED-9B47-8871-2F1E54722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A859E-8AFE-E21B-4938-0F99796E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DE158-D74E-414C-B642-AD0243E10F58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98644-EAC5-CA84-4E12-E139C8F2AD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67E45-CB88-9664-E352-F39FFA189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DBA86-AA3D-4356-8DAE-0384EBA99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3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7DEA7-2DE4-0D63-1BE3-0956C2924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Analysis Of Greenhouse Plant Growth Metrics Using Machine Learning Techniques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5C7E8E-3A0F-D085-7490-00EEA8D97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672" y="2421683"/>
            <a:ext cx="4765949" cy="33534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Introduction:</a:t>
            </a:r>
            <a:r>
              <a:rPr lang="en-US" sz="1800" dirty="0">
                <a:solidFill>
                  <a:schemeClr val="tx2"/>
                </a:solidFill>
              </a:rPr>
              <a:t> Plant Growth data from green house environments is analyzed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Features Analyzed: </a:t>
            </a:r>
            <a:r>
              <a:rPr lang="en-US" sz="1800" dirty="0">
                <a:solidFill>
                  <a:schemeClr val="tx2"/>
                </a:solidFill>
              </a:rPr>
              <a:t>Growth metrics (e.g. ACHP, PHR, RFW) are examined.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Patterns and Groupings: </a:t>
            </a:r>
            <a:r>
              <a:rPr lang="en-US" sz="1800" dirty="0">
                <a:solidFill>
                  <a:schemeClr val="tx2"/>
                </a:solidFill>
              </a:rPr>
              <a:t>Correlation heatmaps and clustering reveal similarities among plants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</a:rPr>
              <a:t>Why it matters: </a:t>
            </a:r>
            <a:r>
              <a:rPr lang="en-US" sz="1800" dirty="0">
                <a:solidFill>
                  <a:schemeClr val="tx2"/>
                </a:solidFill>
              </a:rPr>
              <a:t>Identifying patterns helps optimize greenhouse cultivation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Content Placeholder 4" descr="A chart with dots and numbers&#10;&#10;AI-generated content may be incorrect.">
            <a:extLst>
              <a:ext uri="{FF2B5EF4-FFF2-40B4-BE49-F238E27FC236}">
                <a16:creationId xmlns:a16="http://schemas.microsoft.com/office/drawing/2014/main" id="{407652A3-A8AF-7191-35BC-BCFE08931A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4" r="7704"/>
          <a:stretch/>
        </p:blipFill>
        <p:spPr>
          <a:xfrm>
            <a:off x="7708392" y="2256492"/>
            <a:ext cx="4142232" cy="3268559"/>
          </a:xfrm>
          <a:prstGeom prst="rect">
            <a:avLst/>
          </a:prstGeom>
        </p:spPr>
      </p:pic>
      <p:pic>
        <p:nvPicPr>
          <p:cNvPr id="54" name="Audio 53">
            <a:hlinkClick r:id="" action="ppaction://media"/>
            <a:extLst>
              <a:ext uri="{FF2B5EF4-FFF2-40B4-BE49-F238E27FC236}">
                <a16:creationId xmlns:a16="http://schemas.microsoft.com/office/drawing/2014/main" id="{63B6876A-BF28-B630-AB66-E13BF16CE9F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57032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9000"/>
    </mc:Choice>
    <mc:Fallback xmlns="">
      <p:transition spd="slow" advTm="15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2143</TotalTime>
  <Words>62</Words>
  <Application>Microsoft Office PowerPoint</Application>
  <PresentationFormat>Widescreen</PresentationFormat>
  <Paragraphs>5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Analysis Of Greenhouse Plant Growth Metrics Using Machine Learning Techniques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Mahalakshmi Rajendra Chaluvadhi</dc:creator>
  <cp:lastModifiedBy>Mahalakshmi Rajendra Chaluvadhi</cp:lastModifiedBy>
  <cp:revision>1</cp:revision>
  <dcterms:created xsi:type="dcterms:W3CDTF">2025-05-05T04:23:58Z</dcterms:created>
  <dcterms:modified xsi:type="dcterms:W3CDTF">2025-05-06T17:14:10Z</dcterms:modified>
</cp:coreProperties>
</file>